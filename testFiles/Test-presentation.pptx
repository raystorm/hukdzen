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3BE5B-F59A-4471-8B06-A7E27434E0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E31627-EAB2-4134-9D6C-45852BA267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D0DB6-D2DE-468B-98B2-CF6C3647E4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8F0A4-0C58-4BCD-A0DC-54A40F2149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99CCAE-8BED-4B4C-9036-D42738E394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C4A0E-D766-4845-B19B-793391D6C6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B8C8A8-5770-4B63-A190-74722ED88F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5CE8A-90CA-494D-8D03-909917E308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DB6031-7D13-4AF9-B3B2-617AF6863E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8747C3-C80F-4458-AD13-4138BB9421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663F7-7305-4BD9-90EB-0E9CFEB9DC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F19365-0E3F-489C-A8A0-E369725BA4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E217305-4F5B-470A-AD0B-4174DC6A013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Random Words to Test Parsing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Algyax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yawkł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üünx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T'sm g̱alüünx wil dip lu tgi dooł ła̱'a̱sk nag̱oog̱a dm dip yetst.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ẅa̱a̱x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ḵ'a'aam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a̱x'a̱xłk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g̱ag̱oot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ḏakda̱xł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2024-04-12T20:16:55Z</dcterms:modified>
  <cp:revision>1</cp:revision>
  <dc:subject/>
  <dc:title/>
</cp:coreProperties>
</file>